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64FFDA"/>
                </a:solidFill>
              </a:defRPr>
            </a:pPr>
            <a:r>
              <a:t>Disease Outbreak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8892B0"/>
                </a:solidFill>
              </a:defRPr>
            </a:pPr>
            <a:r>
              <a:t>DODUDMADW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FFD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E6F1FF"/>
                </a:solidFill>
                <a:latin typeface="Segoe UI"/>
              </a:defRPr>
            </a:pPr>
            <a:r>
              <a:t>System Overview: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Real-time surveillance.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Centralized warehouse.</a:t>
            </a:r>
          </a:p>
        </p:txBody>
      </p:sp>
      <p:sp>
        <p:nvSpPr>
          <p:cNvPr id="5" name="Hexagon 4"/>
          <p:cNvSpPr/>
          <p:nvPr/>
        </p:nvSpPr>
        <p:spPr>
          <a:xfrm>
            <a:off x="8686800" y="2743200"/>
            <a:ext cx="1371600" cy="1371600"/>
          </a:xfrm>
          <a:prstGeom prst="hexagon">
            <a:avLst/>
          </a:prstGeom>
          <a:solidFill>
            <a:srgbClr val="64FFDA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A192F"/>
                </a:solidFill>
              </a:defRPr>
            </a:pPr>
            <a:r>
              <a:t>Data</a:t>
            </a:r>
            <a:br/>
            <a:r>
              <a:t>Warehouse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1828800"/>
            <a:ext cx="731520" cy="731520"/>
          </a:xfrm>
          <a:prstGeom prst="ellipse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223760" y="2194560"/>
            <a:ext cx="2148840" cy="1234440"/>
          </a:xfrm>
          <a:prstGeom prst="line">
            <a:avLst/>
          </a:prstGeom>
          <a:ln w="25400">
            <a:solidFill>
              <a:srgbClr val="889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15600" y="1828800"/>
            <a:ext cx="731520" cy="731520"/>
          </a:xfrm>
          <a:prstGeom prst="ellipse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9372600" y="2194560"/>
            <a:ext cx="1508760" cy="1234440"/>
          </a:xfrm>
          <a:prstGeom prst="line">
            <a:avLst/>
          </a:prstGeom>
          <a:ln w="25400">
            <a:solidFill>
              <a:srgbClr val="889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58000" y="4114800"/>
            <a:ext cx="731520" cy="731520"/>
          </a:xfrm>
          <a:prstGeom prst="ellipse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223760" y="3429000"/>
            <a:ext cx="2148840" cy="1051560"/>
          </a:xfrm>
          <a:prstGeom prst="line">
            <a:avLst/>
          </a:prstGeom>
          <a:ln w="25400">
            <a:solidFill>
              <a:srgbClr val="889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515600" y="4114800"/>
            <a:ext cx="731520" cy="731520"/>
          </a:xfrm>
          <a:prstGeom prst="ellipse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9372600" y="3429000"/>
            <a:ext cx="1508760" cy="1051560"/>
          </a:xfrm>
          <a:prstGeom prst="line">
            <a:avLst/>
          </a:prstGeom>
          <a:ln w="25400">
            <a:solidFill>
              <a:srgbClr val="889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